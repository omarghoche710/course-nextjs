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 snapToGrid="0">
      <p:cViewPr varScale="1">
        <p:scale>
          <a:sx n="80" d="100"/>
          <a:sy n="80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298F1-FA10-40AF-A562-A023380C73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B9EDA-C47F-4316-AC11-DA3B25C6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1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B9EDA-C47F-4316-AC11-DA3B25C6AE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9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1BBE-F29D-4CE5-BB71-027A9A44C35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7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98DF-1564-4134-8F8A-83EBB22DEA7A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8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F188-9193-431A-8247-397295021C9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1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B201-F483-46CC-A5CA-46C761240F03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2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8A46-CA1E-45DB-B39D-449D8DEE4FB6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15596-9137-46C9-A9F7-D68B956F9AA9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6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0EED2-9210-48B5-B3B2-306F70E375AE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B888-01FD-4511-8045-EFEAC79AE078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7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3474-1CE8-467D-9DF5-BE985458C28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E79F-54B7-4E23-BE88-2D5FEAF98C8A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5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490-A1CC-4BE2-B85A-8E48A94E0B4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7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4F014-4BEF-40B0-8D49-BC1CE757949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C20B0-7E65-4857-B198-50E5AD215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56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Data Fetching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14859"/>
            <a:ext cx="9144000" cy="1655762"/>
          </a:xfrm>
        </p:spPr>
        <p:txBody>
          <a:bodyPr/>
          <a:lstStyle/>
          <a:p>
            <a:r>
              <a:rPr lang="en-US" dirty="0" smtClean="0"/>
              <a:t>And what </a:t>
            </a:r>
            <a:r>
              <a:rPr lang="en-US" dirty="0"/>
              <a:t>“rendering” actually means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6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” actually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Rendering is just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how your page becomes HTML that the browser can display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 Next.js, this can happen in two places. Either in the browser after the page loads, or on the server before the page is sent to the user.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The big idea is simple. The earlier you prepare the page, the faster it feels for the user.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0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three main rendering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Static Site Generation (</a:t>
            </a:r>
            <a:r>
              <a:rPr lang="en-US" dirty="0">
                <a:solidFill>
                  <a:srgbClr val="00B0F0"/>
                </a:solidFill>
              </a:rPr>
              <a:t>SSG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Incremental Static Regeneration (</a:t>
            </a:r>
            <a:r>
              <a:rPr lang="en-US" dirty="0">
                <a:solidFill>
                  <a:srgbClr val="00B0F0"/>
                </a:solidFill>
              </a:rPr>
              <a:t>ISR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Server-Side Rendering (</a:t>
            </a:r>
            <a:r>
              <a:rPr lang="en-US" dirty="0">
                <a:solidFill>
                  <a:srgbClr val="00B0F0"/>
                </a:solidFill>
              </a:rPr>
              <a:t>SSR</a:t>
            </a:r>
            <a:r>
              <a:rPr lang="en-US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92D050"/>
                </a:solidFill>
              </a:rPr>
              <a:t>A newer idea: Partial </a:t>
            </a:r>
            <a:r>
              <a:rPr lang="en-US" dirty="0" err="1">
                <a:solidFill>
                  <a:srgbClr val="92D050"/>
                </a:solidFill>
              </a:rPr>
              <a:t>Prerendering</a:t>
            </a:r>
            <a:r>
              <a:rPr lang="en-US" dirty="0">
                <a:solidFill>
                  <a:srgbClr val="92D050"/>
                </a:solidFill>
              </a:rPr>
              <a:t> (PPR)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Static Site Generation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With SSG, the page is created once at build </a:t>
            </a:r>
            <a:r>
              <a:rPr lang="en-US" dirty="0" err="1"/>
              <a:t>time.That</a:t>
            </a:r>
            <a:r>
              <a:rPr lang="en-US" dirty="0"/>
              <a:t> means when you deploy your app, Next.js already generates the HTML files. When a user visits, they just get a ready page </a:t>
            </a:r>
            <a:r>
              <a:rPr lang="en-US" dirty="0" err="1"/>
              <a:t>instantly.Think</a:t>
            </a:r>
            <a:r>
              <a:rPr lang="en-US" dirty="0"/>
              <a:t> of it like printing a book once and giving copies to </a:t>
            </a:r>
            <a:r>
              <a:rPr lang="en-US" dirty="0" err="1"/>
              <a:t>everyone.It’s</a:t>
            </a:r>
            <a:r>
              <a:rPr lang="en-US" dirty="0"/>
              <a:t> extremely fast and great for SEO, but the downside is that the content doesn’t change unless you rebuild the app.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Static Site Generation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642" y="1912153"/>
            <a:ext cx="4648200" cy="356498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5" y="1912153"/>
            <a:ext cx="4921362" cy="356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3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Incremental Static Regeneration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ISR is basically SSG but smarter</a:t>
            </a:r>
            <a:r>
              <a:rPr lang="en-US" dirty="0" smtClean="0"/>
              <a:t>. You </a:t>
            </a:r>
            <a:r>
              <a:rPr lang="en-US" dirty="0"/>
              <a:t>still generate pages ahead of time, but you can update specific pages later without rebuilding the whole </a:t>
            </a:r>
            <a:r>
              <a:rPr lang="en-US" dirty="0" err="1"/>
              <a:t>app.So</a:t>
            </a:r>
            <a:r>
              <a:rPr lang="en-US" dirty="0"/>
              <a:t> instead of reprinting the whole book, you just replace one page when </a:t>
            </a:r>
            <a:r>
              <a:rPr lang="en-US" dirty="0" err="1"/>
              <a:t>needed.This</a:t>
            </a:r>
            <a:r>
              <a:rPr lang="en-US" dirty="0"/>
              <a:t> is perfect when your data changes sometimes but not constantly, like a blog or product listings.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9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Incremental Static Regeneration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42" y="1690688"/>
            <a:ext cx="8883316" cy="42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9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Server-Side Rendering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SSR generates the page on every request</a:t>
            </a:r>
            <a:r>
              <a:rPr lang="en-US" dirty="0" smtClean="0"/>
              <a:t>. Every </a:t>
            </a:r>
            <a:r>
              <a:rPr lang="en-US" dirty="0"/>
              <a:t>time a user visits, the server builds the HTML with fresh data and sends it</a:t>
            </a:r>
            <a:r>
              <a:rPr lang="en-US" dirty="0" smtClean="0"/>
              <a:t>. This </a:t>
            </a:r>
            <a:r>
              <a:rPr lang="en-US" dirty="0"/>
              <a:t>is like cooking a fresh meal for every </a:t>
            </a:r>
            <a:r>
              <a:rPr lang="en-US" dirty="0" err="1"/>
              <a:t>customer.It’s</a:t>
            </a:r>
            <a:r>
              <a:rPr lang="en-US" dirty="0"/>
              <a:t> perfect for real-time data like dashboards, user accounts, or anything personalized. But it’s heavier on the server and slightly slower than SSG.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4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Server-Side Rendering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62" y="1690688"/>
            <a:ext cx="8248475" cy="417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5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Partial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Prerendering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This is a mix of static and dynamic</a:t>
            </a:r>
            <a:r>
              <a:rPr lang="en-US" dirty="0" smtClean="0"/>
              <a:t>. Part </a:t>
            </a:r>
            <a:r>
              <a:rPr lang="en-US" dirty="0"/>
              <a:t>of the page is generated early (fast), and the dynamic parts load later</a:t>
            </a:r>
            <a:r>
              <a:rPr lang="en-US" dirty="0" smtClean="0"/>
              <a:t>. So </a:t>
            </a:r>
            <a:r>
              <a:rPr lang="en-US" dirty="0"/>
              <a:t>you get both speed and live data at the same time. Think of it as loading the skeleton first, then filling in live content.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Client-side vs Server-side data fetching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26890"/>
            <a:ext cx="9144000" cy="1655762"/>
          </a:xfrm>
        </p:spPr>
        <p:txBody>
          <a:bodyPr/>
          <a:lstStyle/>
          <a:p>
            <a:r>
              <a:rPr lang="en-US" dirty="0"/>
              <a:t>Now let’s connect this to data </a:t>
            </a:r>
            <a:r>
              <a:rPr lang="en-US" dirty="0" smtClean="0"/>
              <a:t>fetching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Client-side fetching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This is the classic React way using </a:t>
            </a:r>
            <a:r>
              <a:rPr lang="en-US" b="1" dirty="0" err="1" smtClean="0">
                <a:solidFill>
                  <a:srgbClr val="92D050"/>
                </a:solidFill>
              </a:rPr>
              <a:t>useEffect</a:t>
            </a:r>
            <a:r>
              <a:rPr lang="en-US" b="1" dirty="0" smtClean="0">
                <a:solidFill>
                  <a:srgbClr val="92D05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The page loads first, then it fetches data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The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problem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simple. The user sees a loading state first, and search engines don’t see the content immediately.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5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Server-side fetching (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Next.js way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Here, the data is fetched </a:t>
            </a:r>
            <a:r>
              <a:rPr lang="en-US" b="1" dirty="0"/>
              <a:t>before the page is sent to the browser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So the user gets a fully ready page instantly.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This gives you faster perceived performance, better SEO, cleaner code, and better security since your API logic stays on the server.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0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everything connects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B0F0"/>
                </a:solidFill>
              </a:rPr>
              <a:t>Here’s the clean mental model you should keep</a:t>
            </a:r>
            <a:r>
              <a:rPr lang="en-US" b="1" dirty="0" smtClean="0">
                <a:solidFill>
                  <a:srgbClr val="00B0F0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Rendering </a:t>
            </a:r>
            <a:r>
              <a:rPr lang="en-US" dirty="0"/>
              <a:t>strategy decides when the HTML is </a:t>
            </a:r>
            <a:r>
              <a:rPr lang="en-US" dirty="0" smtClean="0"/>
              <a:t>generated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Data </a:t>
            </a:r>
            <a:r>
              <a:rPr lang="en-US" dirty="0"/>
              <a:t>fetching decides when the data is </a:t>
            </a:r>
            <a:r>
              <a:rPr lang="en-US" dirty="0" smtClean="0"/>
              <a:t>prepared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Next.js </a:t>
            </a:r>
            <a:r>
              <a:rPr lang="en-US" dirty="0"/>
              <a:t>combines both to optimize performance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your content rarely changes, go with </a:t>
            </a:r>
            <a:r>
              <a:rPr lang="en-US" dirty="0" smtClean="0"/>
              <a:t>SSG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it changes occasionally, use </a:t>
            </a:r>
            <a:r>
              <a:rPr lang="en-US" dirty="0" smtClean="0"/>
              <a:t>ISR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it must always be fresh, use SSR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6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1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587</Words>
  <Application>Microsoft Office PowerPoint</Application>
  <PresentationFormat>Widescreen</PresentationFormat>
  <Paragraphs>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Data Fetching</vt:lpstr>
      <vt:lpstr>What “rendering” actually means</vt:lpstr>
      <vt:lpstr>The three main rendering strategies</vt:lpstr>
      <vt:lpstr>Static Site Generation (SSG)</vt:lpstr>
      <vt:lpstr>Static Site Generation (SSG)</vt:lpstr>
      <vt:lpstr>Incremental Static Regeneration (ISR)</vt:lpstr>
      <vt:lpstr>Incremental Static Regeneration (ISR)</vt:lpstr>
      <vt:lpstr>Server-Side Rendering (SSR)</vt:lpstr>
      <vt:lpstr>Server-Side Rendering (SSR)</vt:lpstr>
      <vt:lpstr>Partial Prerendering (PPR)</vt:lpstr>
      <vt:lpstr>Client-side vs Server-side data fetching</vt:lpstr>
      <vt:lpstr>Client-side fetching</vt:lpstr>
      <vt:lpstr>Server-side fetching (the Next.js way)</vt:lpstr>
      <vt:lpstr>How everything connects</vt:lpstr>
      <vt:lpstr>The End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Fetching</dc:title>
  <dc:creator>Microsoft account</dc:creator>
  <cp:lastModifiedBy>Microsoft account</cp:lastModifiedBy>
  <cp:revision>5</cp:revision>
  <dcterms:created xsi:type="dcterms:W3CDTF">2026-03-30T22:21:37Z</dcterms:created>
  <dcterms:modified xsi:type="dcterms:W3CDTF">2026-03-30T22:58:13Z</dcterms:modified>
</cp:coreProperties>
</file>