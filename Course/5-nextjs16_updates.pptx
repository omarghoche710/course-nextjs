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2C512-594D-4403-8D03-14535B62A3D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CD189-CD45-4AA9-90D1-12E0F6511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27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5CD189-CD45-4AA9-90D1-12E0F6511B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18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2D18D-9F6B-42F3-B762-6D5F33299D77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5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D01D-E05B-4EBE-BEE0-20B747BA0782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8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C7D86-E4DE-4693-B954-E1D0C6D2AA1D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11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0A95-110C-4230-B780-DD35127D0F04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5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71175-CA87-4DFB-AD13-878DBAB951A2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4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3031-7C4B-41FD-8CA2-907B4D88539D}" type="datetime1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EB941-D4F4-4B91-854E-5E5212DB52F2}" type="datetime1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5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6B89-B0B5-4B70-9804-82DC707699F8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5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E133-A094-4ADB-B023-3D766AB0D6E1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31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F3FBB-1094-4ED1-B228-FCA7506CEAB4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41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AB86-F7AF-4AC5-A8CD-14A645162866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9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7A1E4-B59A-474A-995C-41AB1C57C54C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TechTalks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2A8F0-E8F1-4D60-8CCE-EBE93D1A5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952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Next.js 16 Updates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29827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65000"/>
                  </a:schemeClr>
                </a:solidFill>
              </a:rPr>
              <a:t>What's New in Next.js 16</a:t>
            </a:r>
            <a:endParaRPr lang="en-US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3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What's New in Next.js 16</a:t>
            </a:r>
            <a:endParaRPr lang="en-US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Next.js 16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introduces significant upgrades that enhance speed and developer experience, moving from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version 15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to a more optimized environment. The changes include new tools and features that simplify performance and improve routing.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4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Turbo Pack</a:t>
            </a:r>
            <a:endParaRPr lang="en-US" sz="36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Before</a:t>
            </a:r>
            <a:r>
              <a:rPr lang="en-US" dirty="0"/>
              <a:t>, Next.js used </a:t>
            </a:r>
            <a:r>
              <a:rPr lang="en-US" dirty="0" err="1"/>
              <a:t>Webpack</a:t>
            </a:r>
            <a:r>
              <a:rPr lang="en-US" dirty="0"/>
              <a:t>. Now it uses </a:t>
            </a:r>
            <a:r>
              <a:rPr lang="en-US" b="1" dirty="0" err="1"/>
              <a:t>Turbopack</a:t>
            </a:r>
            <a:r>
              <a:rPr lang="en-US" dirty="0"/>
              <a:t>, which is written in Rust and designed for speed.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What this means in real life: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When you run your app, builds are </a:t>
            </a:r>
            <a:r>
              <a:rPr lang="en-US" b="1" dirty="0"/>
              <a:t>2 to 5 times faster</a:t>
            </a:r>
            <a:r>
              <a:rPr lang="en-US" dirty="0"/>
              <a:t>, and when you save a file, the page reloads almost instantly. Next.js basically removed one of the biggest pain points developers had.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Think of it like this: before, your dev server felt like a heavy truck. Now it’s a sports car.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48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File-based caching for </a:t>
            </a:r>
            <a:r>
              <a:rPr lang="en-US" sz="36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Turbopack</a:t>
            </a:r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(dev mode)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 smtClean="0"/>
              <a:t>Normally</a:t>
            </a:r>
            <a:r>
              <a:rPr lang="en-US" dirty="0"/>
              <a:t>, every time you restart your dev server, everything recompiles from scratch.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Now with file system caching: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Next.js saves compiled results on disk. So when you restart your app, it doesn’t rebuild everything again.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In practice: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You stop your server → start again → it’s already fast</a:t>
            </a:r>
            <a:br>
              <a:rPr lang="en-US" dirty="0"/>
            </a:br>
            <a:r>
              <a:rPr lang="en-US" dirty="0"/>
              <a:t>Cold start becomes almost like a warm start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This matters a lot in big </a:t>
            </a:r>
            <a:r>
              <a:rPr lang="en-US" dirty="0" smtClean="0"/>
              <a:t>projects.</a:t>
            </a:r>
          </a:p>
          <a:p>
            <a:pPr marL="0" indent="0">
              <a:lnSpc>
                <a:spcPct val="160000"/>
              </a:lnSpc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7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 Compiler (automatic optimization)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Support for React compiler simplifies performance optimization by </a:t>
            </a:r>
            <a:r>
              <a:rPr lang="en-US" dirty="0" err="1"/>
              <a:t>memoizing</a:t>
            </a:r>
            <a:r>
              <a:rPr lang="en-US" dirty="0"/>
              <a:t> components </a:t>
            </a:r>
            <a:r>
              <a:rPr lang="en-US" dirty="0" smtClean="0"/>
              <a:t>automatically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 smtClean="0"/>
              <a:t>This </a:t>
            </a:r>
            <a:r>
              <a:rPr lang="en-US" b="1" dirty="0"/>
              <a:t>is one of the smartest upgrades.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Normally, you manually optimize React with things like: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 err="1" smtClean="0">
                <a:solidFill>
                  <a:schemeClr val="tx1">
                    <a:lumMod val="65000"/>
                  </a:schemeClr>
                </a:solidFill>
              </a:rPr>
              <a:t>React.memo</a:t>
            </a:r>
            <a:r>
              <a:rPr lang="en-US" dirty="0"/>
              <a:t> , </a:t>
            </a:r>
            <a:r>
              <a:rPr lang="en-US" b="1" dirty="0" err="1" smtClean="0">
                <a:solidFill>
                  <a:schemeClr val="tx1">
                    <a:lumMod val="65000"/>
                  </a:schemeClr>
                </a:solidFill>
              </a:rPr>
              <a:t>useMemo</a:t>
            </a:r>
            <a:r>
              <a:rPr lang="en-US" dirty="0">
                <a:solidFill>
                  <a:schemeClr val="tx1">
                    <a:lumMod val="65000"/>
                  </a:schemeClr>
                </a:solidFill>
              </a:rPr>
              <a:t> </a:t>
            </a:r>
            <a:r>
              <a:rPr lang="en-US" dirty="0"/>
              <a:t>, </a:t>
            </a:r>
            <a:r>
              <a:rPr lang="en-US" b="1" dirty="0" err="1" smtClean="0">
                <a:solidFill>
                  <a:schemeClr val="tx1">
                    <a:lumMod val="65000"/>
                  </a:schemeClr>
                </a:solidFill>
              </a:rPr>
              <a:t>useCallback</a:t>
            </a:r>
            <a:endParaRPr lang="en-US" b="1" dirty="0" smtClean="0">
              <a:solidFill>
                <a:schemeClr val="tx1">
                  <a:lumMod val="65000"/>
                </a:schemeClr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Now the </a:t>
            </a:r>
            <a:r>
              <a:rPr lang="en-US" b="1" dirty="0"/>
              <a:t>React Compiler does this automatically</a:t>
            </a:r>
            <a:r>
              <a:rPr lang="en-US" dirty="0"/>
              <a:t>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It analyzes your components and prevents unnecessary re-renders without you writing extra code.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 smtClean="0"/>
              <a:t>You </a:t>
            </a:r>
            <a:r>
              <a:rPr lang="en-US" dirty="0"/>
              <a:t>just write clean code, and the compiler handles performance.</a:t>
            </a:r>
          </a:p>
          <a:p>
            <a:pPr>
              <a:lnSpc>
                <a:spcPct val="16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8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routing improvements (faster navigation)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Layout </a:t>
            </a:r>
            <a:r>
              <a:rPr lang="en-US" b="1" dirty="0"/>
              <a:t>deduplication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If multiple pages share the same layout, Next.js downloads it once instead of repeating it.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B0F0"/>
                </a:solidFill>
              </a:rPr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You have 50 product pages → same layout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Before: downloaded 50 times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Now: downloaded once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Less data = faster </a:t>
            </a:r>
            <a:r>
              <a:rPr lang="en-US" dirty="0" smtClean="0">
                <a:solidFill>
                  <a:schemeClr val="tx1">
                    <a:lumMod val="95000"/>
                  </a:schemeClr>
                </a:solidFill>
              </a:rPr>
              <a:t>app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4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 Components (big shift in caching)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Cache Components introduce a new model for handling caching in Next.js. Developers can explicitly control what gets cached using the </a:t>
            </a:r>
            <a:r>
              <a:rPr lang="en-US" b="1" dirty="0">
                <a:solidFill>
                  <a:schemeClr val="tx1">
                    <a:lumMod val="65000"/>
                  </a:schemeClr>
                </a:solidFill>
              </a:rPr>
              <a:t>"use cache" </a:t>
            </a:r>
            <a:r>
              <a:rPr lang="en-US" dirty="0"/>
              <a:t>directive, resulting in more predictable and flexible data management</a:t>
            </a:r>
            <a:r>
              <a:rPr lang="en-US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Also, it works with something called Partial Pre-rendering, meaning you can mix static and dynamic content on the same page.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0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Caching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New and updated APIs such as </a:t>
            </a:r>
            <a:r>
              <a:rPr lang="en-US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revalidateTag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updateTag</a:t>
            </a:r>
            <a:r>
              <a:rPr lang="en-US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/>
              <a:t>provide fine-grained control over cache invalidation. These APIs replace older approaches and allow developers to define when and how data should be refreshed.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8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 19.2 Upgrade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Next.js 16 </a:t>
            </a:r>
            <a:r>
              <a:rPr lang="en-US" dirty="0"/>
              <a:t>is built on </a:t>
            </a:r>
            <a:r>
              <a:rPr lang="en-US" b="1" dirty="0"/>
              <a:t>React 19.2</a:t>
            </a:r>
            <a:r>
              <a:rPr lang="en-US" dirty="0"/>
              <a:t>, enabling modern features such as </a:t>
            </a:r>
            <a:r>
              <a:rPr lang="en-US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View Transitions </a:t>
            </a:r>
            <a:r>
              <a:rPr lang="en-US" dirty="0"/>
              <a:t>for smoother page navigation and improved user experience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7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Breaking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Next.js 16 introduces several important breaking changes. It now requires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Node.js 20.9</a:t>
            </a:r>
            <a:r>
              <a:rPr lang="en-US" dirty="0"/>
              <a:t> or higher and </a:t>
            </a:r>
            <a:r>
              <a:rPr lang="en-US" b="1" dirty="0" err="1">
                <a:solidFill>
                  <a:srgbClr val="0070C0"/>
                </a:solidFill>
              </a:rPr>
              <a:t>TypeScript</a:t>
            </a:r>
            <a:r>
              <a:rPr lang="en-US" b="1" dirty="0">
                <a:solidFill>
                  <a:srgbClr val="0070C0"/>
                </a:solidFill>
              </a:rPr>
              <a:t> 5.1</a:t>
            </a:r>
            <a:r>
              <a:rPr lang="en-US" dirty="0"/>
              <a:t> or newer. The next lint command has been removed in favor of </a:t>
            </a:r>
            <a:r>
              <a:rPr lang="en-US" dirty="0" err="1"/>
              <a:t>ESLint</a:t>
            </a:r>
            <a:r>
              <a:rPr lang="en-US" dirty="0"/>
              <a:t>, and APIs such as </a:t>
            </a:r>
            <a:r>
              <a:rPr lang="en-US" dirty="0" err="1"/>
              <a:t>params</a:t>
            </a:r>
            <a:r>
              <a:rPr lang="en-US" dirty="0"/>
              <a:t>, headers, and cookies are now asynchronous.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7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Breaking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Next.js 16 introduces several important breaking changes. It now requires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Node.js 20.9</a:t>
            </a:r>
            <a:r>
              <a:rPr lang="en-US" dirty="0"/>
              <a:t> or higher and </a:t>
            </a:r>
            <a:r>
              <a:rPr lang="en-US" b="1" dirty="0" err="1">
                <a:solidFill>
                  <a:srgbClr val="0070C0"/>
                </a:solidFill>
              </a:rPr>
              <a:t>TypeScript</a:t>
            </a:r>
            <a:r>
              <a:rPr lang="en-US" b="1" dirty="0">
                <a:solidFill>
                  <a:srgbClr val="0070C0"/>
                </a:solidFill>
              </a:rPr>
              <a:t> 5.1</a:t>
            </a:r>
            <a:r>
              <a:rPr lang="en-US" dirty="0"/>
              <a:t> or newer. The next lint command has been removed in favor of </a:t>
            </a:r>
            <a:r>
              <a:rPr lang="en-US" dirty="0" err="1"/>
              <a:t>ESLint</a:t>
            </a:r>
            <a:r>
              <a:rPr lang="en-US" dirty="0"/>
              <a:t>, and APIs such as </a:t>
            </a:r>
            <a:r>
              <a:rPr lang="en-US" dirty="0" err="1"/>
              <a:t>params</a:t>
            </a:r>
            <a:r>
              <a:rPr lang="en-US" dirty="0"/>
              <a:t>, headers, and cookies are now asynchronous.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TechTalks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7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546</Words>
  <Application>Microsoft Office PowerPoint</Application>
  <PresentationFormat>Widescreen</PresentationFormat>
  <Paragraphs>52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Next.js 16 Updates</vt:lpstr>
      <vt:lpstr>What's New in Next.js 16</vt:lpstr>
      <vt:lpstr>Turbo Pack</vt:lpstr>
      <vt:lpstr>File-based caching for Turbopack (dev mode)</vt:lpstr>
      <vt:lpstr>React Compiler (automatic optimization)</vt:lpstr>
      <vt:lpstr>New routing improvements (faster navigation)</vt:lpstr>
      <vt:lpstr>Cache Components (big shift in caching)</vt:lpstr>
      <vt:lpstr>Improved Caching APIs</vt:lpstr>
      <vt:lpstr>React 19.2 Upgrade</vt:lpstr>
      <vt:lpstr>Breaking Changes</vt:lpstr>
      <vt:lpstr>Breaking Changes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16 Updates</dc:title>
  <dc:creator>Microsoft account</dc:creator>
  <cp:lastModifiedBy>Microsoft account</cp:lastModifiedBy>
  <cp:revision>4</cp:revision>
  <dcterms:created xsi:type="dcterms:W3CDTF">2026-03-28T15:03:40Z</dcterms:created>
  <dcterms:modified xsi:type="dcterms:W3CDTF">2026-03-28T15:31:35Z</dcterms:modified>
</cp:coreProperties>
</file>